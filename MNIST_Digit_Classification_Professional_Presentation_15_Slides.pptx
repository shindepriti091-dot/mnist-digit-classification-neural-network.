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1960" y="1234440"/>
            <a:ext cx="72237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92D4B"/>
                </a:solidFill>
              </a:defRPr>
            </a:pPr>
            <a:r>
              <a:t>MNIST DIGIT</a:t>
            </a:r>
            <a:br/>
            <a:r>
              <a:t>CLASSIFICATION</a:t>
            </a:r>
          </a:p>
          <a:p>
            <a:pPr>
              <a:spcBef>
                <a:spcPts val="1000"/>
              </a:spcBef>
              <a:defRPr sz="2600">
                <a:solidFill>
                  <a:srgbClr val="2A64AA"/>
                </a:solidFill>
              </a:defRPr>
            </a:pPr>
            <a:r>
              <a:t>Using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9392" y="3977639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F6976"/>
                </a:solidFill>
              </a:defRPr>
            </a:pPr>
            <a:r>
              <a:t>Google Colab • Python • TensorFlow/Keras • OpenCV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9392" y="489204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4"/>
                </a:solidFill>
              </a:defRPr>
            </a:pPr>
            <a:r>
              <a:t>Academic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Build a neural-network based system that recognizes handwritten digits.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Use the MNIST dataset for model training and evaluation.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Provide a practical prediction pipeline for an external digit image.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Run the complete workflow in Google Colab without local Python setup.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Handwritten digits vary in shape, size, thickness and writing style.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Manual recognition is slow and difficult to scale.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Objective: learn visual patterns from labelled digit images.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Objective: convert a new image into a predicted class from 0–9.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Objective: document a reproducible Colab-based workflow.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• Python 3 — implementation language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• TensorFlow / Keras — neural-network training and inference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• NumPy — numerical operations and reshaping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• OpenCV — image reading, grayscale conversion and resizing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• Matplotlib / Seaborn — visualization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• Google Colab — execution environment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MNIST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MNIST is a standard handwritten-digit image dataset.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Each sample represents one digit from 0 to 9.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Images are processed into a 28×28 representation for the model.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Pixel normalization makes the input suitable for neural-network training.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The dataset provides labelled examples for supervised learning.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Dataset → preprocessing → model construction → training → evaluation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External image → image loading → grayscale conversion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Resize to 28×28 → normalize → reshape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Model prediction → argmax → predicted digit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The same pipeline can be reused for additional handwritten samples.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Data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Load image data and prepare the required input arrays.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Normalize pixel values to a consistent numeric range.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Convert external input images to grayscale.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Resize the external image to 28×28 pixels.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Reshape the image to match the trained model input.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Neural Network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Input layer receives the processed digit image.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Hidden layers learn useful representations from pixel patterns.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Output layer represents ten digit classes: 0–9.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Softmax-style class probabilities can be converted to a label using argmax.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The trained model is reused during prediction.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Training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Split data into training and test/evaluation sets.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Feed normalized images and their labels to the neural network.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Optimize the model using a suitable loss function and optimizer.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Monitor training behaviour through the notebook outputs.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Save or reuse the trained model state for prediction.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Evaluation &amp;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Model performance should be measured on unseen test data.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Useful metrics include accuracy, loss and a confusion matrix.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Prediction test completed in the Colab notebook: 3-digit.PNG was recognized as digit 3.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No formal accuracy value is stated here because it was not visible in the supplied project screenshots.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Future documentation can add the exact training/test metrics from the notebook.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External Image Prediction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The notebook prompts for the path of the image to be predicted.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OpenCV reads the image from the Colab file system.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The image is converted to grayscale and resized to 28×28.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Pixels are normalized and reshaped before inference.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model.predict() generates class probabilities; argmax() selects the predicted class.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Google Colab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Upload the .ipynb notebook to Google Colab.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Open the Files panel and upload 3-digit.PNG.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Run the notebook cells in sequence.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For a directly uploaded image, use /content/3-digit.PNG as the image path.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Google Drive mounting is optional unless files are stored in Drive.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pic>
        <p:nvPicPr>
          <p:cNvPr id="11" name="Picture 10" descr="WhatsApp Image 2026-09-27 at 10.31.25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828800"/>
            <a:ext cx="3749039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Image loading returned None when the file path was incorrect.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Solution: upload the image to Colab and use the correct /content/ path.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cv2_imshow failed when the input image variable was None.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Solution: verify cv2.imread() succeeded before displaying or preprocessing.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Keep the notebook runtime active so trained model variables remain available.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pic>
        <p:nvPicPr>
          <p:cNvPr id="11" name="Picture 10" descr="WhatsApp Image 2026-09-27 at 10.56.42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0"/>
            <a:ext cx="32461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Results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Successful demonstration: the supplied handwritten 3 was predicted as 3.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Future scope: add confusion matrix, accuracy/loss plots and classification report.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Upgrade to a CNN for stronger image-feature learning.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Create a simple web UI or drawing canvas for real-time digit input.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Add batch prediction and model export for deployment.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pic>
        <p:nvPicPr>
          <p:cNvPr id="11" name="Picture 10" descr="WhatsApp Image 2026-09-27 at 10.56.43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0"/>
            <a:ext cx="34747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Conclusion &amp; Submission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</a:defRPr>
            </a:pPr>
            <a:r>
              <a:t>MNIST Digit Classification using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6"/>
                </a:solidFill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The project demonstrates a complete handwritten-digit classification workflow.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Neural networks can learn digit patterns from labelled image data.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OpenCV connects the trained model with a real external image.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Google Colab makes the project easy to reproduce and share.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• Submission package: README.md, requirements.txt, PROJECT_REQUIREMENTS.md and this 15-slide presentation.</a:t>
            </a:r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594360" cy="594360"/>
          </a:xfrm>
          <a:prstGeom prst="ellipse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9376" y="1024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